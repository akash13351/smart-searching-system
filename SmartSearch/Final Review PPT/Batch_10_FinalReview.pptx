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8" r:id="rId6"/>
    <p:sldId id="296" r:id="rId7"/>
    <p:sldId id="297" r:id="rId8"/>
    <p:sldId id="269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92" r:id="rId17"/>
    <p:sldId id="282" r:id="rId18"/>
    <p:sldId id="284" r:id="rId19"/>
    <p:sldId id="286" r:id="rId20"/>
    <p:sldId id="283" r:id="rId21"/>
    <p:sldId id="287" r:id="rId22"/>
    <p:sldId id="288" r:id="rId23"/>
    <p:sldId id="289" r:id="rId24"/>
    <p:sldId id="271" r:id="rId25"/>
    <p:sldId id="293" r:id="rId26"/>
    <p:sldId id="270" r:id="rId27"/>
    <p:sldId id="294" r:id="rId28"/>
    <p:sldId id="299" r:id="rId29"/>
    <p:sldId id="295" r:id="rId30"/>
    <p:sldId id="272" r:id="rId31"/>
    <p:sldId id="290" r:id="rId32"/>
    <p:sldId id="291" r:id="rId33"/>
    <p:sldId id="265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761F0A9-5996-44A6-9245-EF761D7D2067}">
          <p14:sldIdLst>
            <p14:sldId id="256"/>
            <p14:sldId id="257"/>
            <p14:sldId id="258"/>
            <p14:sldId id="259"/>
            <p14:sldId id="268"/>
            <p14:sldId id="296"/>
            <p14:sldId id="297"/>
            <p14:sldId id="269"/>
            <p14:sldId id="275"/>
            <p14:sldId id="276"/>
            <p14:sldId id="277"/>
            <p14:sldId id="278"/>
            <p14:sldId id="279"/>
            <p14:sldId id="280"/>
            <p14:sldId id="281"/>
            <p14:sldId id="292"/>
            <p14:sldId id="282"/>
            <p14:sldId id="284"/>
            <p14:sldId id="286"/>
            <p14:sldId id="283"/>
            <p14:sldId id="287"/>
            <p14:sldId id="288"/>
            <p14:sldId id="289"/>
            <p14:sldId id="271"/>
            <p14:sldId id="293"/>
            <p14:sldId id="270"/>
            <p14:sldId id="294"/>
            <p14:sldId id="299"/>
            <p14:sldId id="295"/>
            <p14:sldId id="272"/>
            <p14:sldId id="290"/>
            <p14:sldId id="291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80000"/>
    <a:srgbClr val="660066"/>
    <a:srgbClr val="1708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46EA7B-6DD4-471D-890E-9A6B6B44DEBD}" v="32" dt="2026-05-03T06:16:45.1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18" autoAdjust="0"/>
    <p:restoredTop sz="94660"/>
  </p:normalViewPr>
  <p:slideViewPr>
    <p:cSldViewPr snapToGrid="0">
      <p:cViewPr varScale="1">
        <p:scale>
          <a:sx n="75" d="100"/>
          <a:sy n="75" d="100"/>
        </p:scale>
        <p:origin x="71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warsha k" userId="2dd60286c79d59eb" providerId="LiveId" clId="{E80949CD-69B3-4D1F-A4E8-167D5F31D07E}"/>
    <pc:docChg chg="undo custSel addSld delSld modSld modSection">
      <pc:chgData name="Anwarsha k" userId="2dd60286c79d59eb" providerId="LiveId" clId="{E80949CD-69B3-4D1F-A4E8-167D5F31D07E}" dt="2026-05-03T06:17:33.939" v="265" actId="255"/>
      <pc:docMkLst>
        <pc:docMk/>
      </pc:docMkLst>
      <pc:sldChg chg="modSp mod">
        <pc:chgData name="Anwarsha k" userId="2dd60286c79d59eb" providerId="LiveId" clId="{E80949CD-69B3-4D1F-A4E8-167D5F31D07E}" dt="2026-05-03T06:17:33.939" v="265" actId="255"/>
        <pc:sldMkLst>
          <pc:docMk/>
          <pc:sldMk cId="3050767018" sldId="256"/>
        </pc:sldMkLst>
        <pc:spChg chg="mod">
          <ac:chgData name="Anwarsha k" userId="2dd60286c79d59eb" providerId="LiveId" clId="{E80949CD-69B3-4D1F-A4E8-167D5F31D07E}" dt="2026-05-03T06:17:33.939" v="265" actId="255"/>
          <ac:spMkLst>
            <pc:docMk/>
            <pc:sldMk cId="3050767018" sldId="256"/>
            <ac:spMk id="3" creationId="{4363CFF4-BFA2-31A5-D5A8-872EB88885ED}"/>
          </ac:spMkLst>
        </pc:spChg>
      </pc:sldChg>
      <pc:sldChg chg="modSp mod">
        <pc:chgData name="Anwarsha k" userId="2dd60286c79d59eb" providerId="LiveId" clId="{E80949CD-69B3-4D1F-A4E8-167D5F31D07E}" dt="2026-05-03T05:58:13.489" v="43" actId="20577"/>
        <pc:sldMkLst>
          <pc:docMk/>
          <pc:sldMk cId="2656882326" sldId="257"/>
        </pc:sldMkLst>
        <pc:spChg chg="mod">
          <ac:chgData name="Anwarsha k" userId="2dd60286c79d59eb" providerId="LiveId" clId="{E80949CD-69B3-4D1F-A4E8-167D5F31D07E}" dt="2026-05-03T05:58:13.489" v="43" actId="20577"/>
          <ac:spMkLst>
            <pc:docMk/>
            <pc:sldMk cId="2656882326" sldId="257"/>
            <ac:spMk id="3" creationId="{B8B0AFAD-5240-2C75-5DBE-FD10F9783BBE}"/>
          </ac:spMkLst>
        </pc:spChg>
      </pc:sldChg>
      <pc:sldChg chg="addSp delSp modSp mod">
        <pc:chgData name="Anwarsha k" userId="2dd60286c79d59eb" providerId="LiveId" clId="{E80949CD-69B3-4D1F-A4E8-167D5F31D07E}" dt="2026-05-03T06:13:42.791" v="218" actId="14100"/>
        <pc:sldMkLst>
          <pc:docMk/>
          <pc:sldMk cId="265868122" sldId="270"/>
        </pc:sldMkLst>
        <pc:spChg chg="add mod">
          <ac:chgData name="Anwarsha k" userId="2dd60286c79d59eb" providerId="LiveId" clId="{E80949CD-69B3-4D1F-A4E8-167D5F31D07E}" dt="2026-05-03T06:06:33.070" v="127" actId="14100"/>
          <ac:spMkLst>
            <pc:docMk/>
            <pc:sldMk cId="265868122" sldId="270"/>
            <ac:spMk id="25" creationId="{90F34919-C48C-B114-CEA9-EBA106DD013C}"/>
          </ac:spMkLst>
        </pc:spChg>
        <pc:spChg chg="add">
          <ac:chgData name="Anwarsha k" userId="2dd60286c79d59eb" providerId="LiveId" clId="{E80949CD-69B3-4D1F-A4E8-167D5F31D07E}" dt="2026-05-03T06:05:50.426" v="106"/>
          <ac:spMkLst>
            <pc:docMk/>
            <pc:sldMk cId="265868122" sldId="270"/>
            <ac:spMk id="26" creationId="{15E7395D-266C-0C1A-9D0A-E2CC20F08CA5}"/>
          </ac:spMkLst>
        </pc:spChg>
        <pc:picChg chg="add del mod">
          <ac:chgData name="Anwarsha k" userId="2dd60286c79d59eb" providerId="LiveId" clId="{E80949CD-69B3-4D1F-A4E8-167D5F31D07E}" dt="2026-05-03T06:01:04.323" v="51" actId="931"/>
          <ac:picMkLst>
            <pc:docMk/>
            <pc:sldMk cId="265868122" sldId="270"/>
            <ac:picMk id="8" creationId="{2B22943A-1609-996A-AFEC-3A89347D2C70}"/>
          </ac:picMkLst>
        </pc:picChg>
        <pc:picChg chg="add del mod">
          <ac:chgData name="Anwarsha k" userId="2dd60286c79d59eb" providerId="LiveId" clId="{E80949CD-69B3-4D1F-A4E8-167D5F31D07E}" dt="2026-05-03T06:01:04.323" v="51" actId="931"/>
          <ac:picMkLst>
            <pc:docMk/>
            <pc:sldMk cId="265868122" sldId="270"/>
            <ac:picMk id="10" creationId="{D80BC8DF-ACB5-F6DE-5584-BC49912514CC}"/>
          </ac:picMkLst>
        </pc:picChg>
        <pc:picChg chg="add del mod">
          <ac:chgData name="Anwarsha k" userId="2dd60286c79d59eb" providerId="LiveId" clId="{E80949CD-69B3-4D1F-A4E8-167D5F31D07E}" dt="2026-05-03T06:01:04.323" v="51" actId="931"/>
          <ac:picMkLst>
            <pc:docMk/>
            <pc:sldMk cId="265868122" sldId="270"/>
            <ac:picMk id="12" creationId="{75A6973C-7AE5-EF98-4FF4-D3BCFF3301A8}"/>
          </ac:picMkLst>
        </pc:picChg>
        <pc:picChg chg="add del mod">
          <ac:chgData name="Anwarsha k" userId="2dd60286c79d59eb" providerId="LiveId" clId="{E80949CD-69B3-4D1F-A4E8-167D5F31D07E}" dt="2026-05-03T06:01:04.323" v="51" actId="931"/>
          <ac:picMkLst>
            <pc:docMk/>
            <pc:sldMk cId="265868122" sldId="270"/>
            <ac:picMk id="14" creationId="{71BEEBF1-9151-BE80-441B-95AB908D4784}"/>
          </ac:picMkLst>
        </pc:picChg>
        <pc:picChg chg="add del mod">
          <ac:chgData name="Anwarsha k" userId="2dd60286c79d59eb" providerId="LiveId" clId="{E80949CD-69B3-4D1F-A4E8-167D5F31D07E}" dt="2026-05-03T06:01:18.356" v="53" actId="21"/>
          <ac:picMkLst>
            <pc:docMk/>
            <pc:sldMk cId="265868122" sldId="270"/>
            <ac:picMk id="16" creationId="{F69CDBAD-D2B4-4DAB-E32C-2C93CCFD8BA6}"/>
          </ac:picMkLst>
        </pc:picChg>
        <pc:picChg chg="add del mod">
          <ac:chgData name="Anwarsha k" userId="2dd60286c79d59eb" providerId="LiveId" clId="{E80949CD-69B3-4D1F-A4E8-167D5F31D07E}" dt="2026-05-03T06:02:49.182" v="71" actId="931"/>
          <ac:picMkLst>
            <pc:docMk/>
            <pc:sldMk cId="265868122" sldId="270"/>
            <ac:picMk id="18" creationId="{D360D6CB-8CA5-C48C-E7AF-D9BD63CD4C4D}"/>
          </ac:picMkLst>
        </pc:picChg>
        <pc:picChg chg="add del mod">
          <ac:chgData name="Anwarsha k" userId="2dd60286c79d59eb" providerId="LiveId" clId="{E80949CD-69B3-4D1F-A4E8-167D5F31D07E}" dt="2026-05-03T06:11:56.975" v="187" actId="21"/>
          <ac:picMkLst>
            <pc:docMk/>
            <pc:sldMk cId="265868122" sldId="270"/>
            <ac:picMk id="20" creationId="{67093CBB-0659-B1AF-F47F-0298111641A8}"/>
          </ac:picMkLst>
        </pc:picChg>
        <pc:picChg chg="add del mod">
          <ac:chgData name="Anwarsha k" userId="2dd60286c79d59eb" providerId="LiveId" clId="{E80949CD-69B3-4D1F-A4E8-167D5F31D07E}" dt="2026-05-03T06:03:29.500" v="82" actId="478"/>
          <ac:picMkLst>
            <pc:docMk/>
            <pc:sldMk cId="265868122" sldId="270"/>
            <ac:picMk id="22" creationId="{D3ECD7B4-71D6-DDB7-2B32-CAC9D66D6CCA}"/>
          </ac:picMkLst>
        </pc:picChg>
        <pc:picChg chg="add mod">
          <ac:chgData name="Anwarsha k" userId="2dd60286c79d59eb" providerId="LiveId" clId="{E80949CD-69B3-4D1F-A4E8-167D5F31D07E}" dt="2026-05-03T06:13:42.791" v="218" actId="14100"/>
          <ac:picMkLst>
            <pc:docMk/>
            <pc:sldMk cId="265868122" sldId="270"/>
            <ac:picMk id="24" creationId="{CCD5354A-71A9-757F-0954-CAE842ABD85F}"/>
          </ac:picMkLst>
        </pc:picChg>
      </pc:sldChg>
      <pc:sldChg chg="modSp mod">
        <pc:chgData name="Anwarsha k" userId="2dd60286c79d59eb" providerId="LiveId" clId="{E80949CD-69B3-4D1F-A4E8-167D5F31D07E}" dt="2026-05-03T06:14:22.511" v="222" actId="14100"/>
        <pc:sldMkLst>
          <pc:docMk/>
          <pc:sldMk cId="1778909699" sldId="278"/>
        </pc:sldMkLst>
        <pc:picChg chg="mod">
          <ac:chgData name="Anwarsha k" userId="2dd60286c79d59eb" providerId="LiveId" clId="{E80949CD-69B3-4D1F-A4E8-167D5F31D07E}" dt="2026-05-03T06:14:22.511" v="222" actId="14100"/>
          <ac:picMkLst>
            <pc:docMk/>
            <pc:sldMk cId="1778909699" sldId="278"/>
            <ac:picMk id="9" creationId="{69C7C3F7-DE3C-4039-A3BE-9DB79FF3E761}"/>
          </ac:picMkLst>
        </pc:picChg>
      </pc:sldChg>
      <pc:sldChg chg="modSp mod">
        <pc:chgData name="Anwarsha k" userId="2dd60286c79d59eb" providerId="LiveId" clId="{E80949CD-69B3-4D1F-A4E8-167D5F31D07E}" dt="2026-05-03T06:17:02.652" v="262" actId="1076"/>
        <pc:sldMkLst>
          <pc:docMk/>
          <pc:sldMk cId="608036465" sldId="281"/>
        </pc:sldMkLst>
        <pc:spChg chg="mod">
          <ac:chgData name="Anwarsha k" userId="2dd60286c79d59eb" providerId="LiveId" clId="{E80949CD-69B3-4D1F-A4E8-167D5F31D07E}" dt="2026-05-03T06:17:02.652" v="262" actId="1076"/>
          <ac:spMkLst>
            <pc:docMk/>
            <pc:sldMk cId="608036465" sldId="281"/>
            <ac:spMk id="3" creationId="{51681252-C7F0-A320-BDBD-E731BC470D80}"/>
          </ac:spMkLst>
        </pc:spChg>
      </pc:sldChg>
      <pc:sldChg chg="modSp mod">
        <pc:chgData name="Anwarsha k" userId="2dd60286c79d59eb" providerId="LiveId" clId="{E80949CD-69B3-4D1F-A4E8-167D5F31D07E}" dt="2026-05-03T06:17:09.632" v="264" actId="15"/>
        <pc:sldMkLst>
          <pc:docMk/>
          <pc:sldMk cId="909769568" sldId="292"/>
        </pc:sldMkLst>
        <pc:spChg chg="mod">
          <ac:chgData name="Anwarsha k" userId="2dd60286c79d59eb" providerId="LiveId" clId="{E80949CD-69B3-4D1F-A4E8-167D5F31D07E}" dt="2026-05-03T06:17:09.632" v="264" actId="15"/>
          <ac:spMkLst>
            <pc:docMk/>
            <pc:sldMk cId="909769568" sldId="292"/>
            <ac:spMk id="3" creationId="{00ECE4DE-0CE3-74B3-9AC8-A9DFCC715778}"/>
          </ac:spMkLst>
        </pc:spChg>
      </pc:sldChg>
      <pc:sldChg chg="addSp delSp modSp mod">
        <pc:chgData name="Anwarsha k" userId="2dd60286c79d59eb" providerId="LiveId" clId="{E80949CD-69B3-4D1F-A4E8-167D5F31D07E}" dt="2026-05-03T06:12:10.205" v="192" actId="14100"/>
        <pc:sldMkLst>
          <pc:docMk/>
          <pc:sldMk cId="3274613036" sldId="294"/>
        </pc:sldMkLst>
        <pc:picChg chg="add mod">
          <ac:chgData name="Anwarsha k" userId="2dd60286c79d59eb" providerId="LiveId" clId="{E80949CD-69B3-4D1F-A4E8-167D5F31D07E}" dt="2026-05-03T06:11:54.151" v="186" actId="1076"/>
          <ac:picMkLst>
            <pc:docMk/>
            <pc:sldMk cId="3274613036" sldId="294"/>
            <ac:picMk id="8" creationId="{DA3A8EC9-B07D-558F-8B65-E96C0D554C15}"/>
          </ac:picMkLst>
        </pc:picChg>
        <pc:picChg chg="add del mod">
          <ac:chgData name="Anwarsha k" userId="2dd60286c79d59eb" providerId="LiveId" clId="{E80949CD-69B3-4D1F-A4E8-167D5F31D07E}" dt="2026-05-03T06:11:49.376" v="185" actId="478"/>
          <ac:picMkLst>
            <pc:docMk/>
            <pc:sldMk cId="3274613036" sldId="294"/>
            <ac:picMk id="16" creationId="{F69CDBAD-D2B4-4DAB-E32C-2C93CCFD8BA6}"/>
          </ac:picMkLst>
        </pc:picChg>
        <pc:picChg chg="add mod">
          <ac:chgData name="Anwarsha k" userId="2dd60286c79d59eb" providerId="LiveId" clId="{E80949CD-69B3-4D1F-A4E8-167D5F31D07E}" dt="2026-05-03T06:12:10.205" v="192" actId="14100"/>
          <ac:picMkLst>
            <pc:docMk/>
            <pc:sldMk cId="3274613036" sldId="294"/>
            <ac:picMk id="20" creationId="{67093CBB-0659-B1AF-F47F-0298111641A8}"/>
          </ac:picMkLst>
        </pc:picChg>
      </pc:sldChg>
      <pc:sldChg chg="addSp modSp mod">
        <pc:chgData name="Anwarsha k" userId="2dd60286c79d59eb" providerId="LiveId" clId="{E80949CD-69B3-4D1F-A4E8-167D5F31D07E}" dt="2026-05-03T06:07:26.591" v="130" actId="1076"/>
        <pc:sldMkLst>
          <pc:docMk/>
          <pc:sldMk cId="1595150279" sldId="295"/>
        </pc:sldMkLst>
        <pc:spChg chg="mod">
          <ac:chgData name="Anwarsha k" userId="2dd60286c79d59eb" providerId="LiveId" clId="{E80949CD-69B3-4D1F-A4E8-167D5F31D07E}" dt="2026-04-25T08:14:32.864" v="0" actId="20577"/>
          <ac:spMkLst>
            <pc:docMk/>
            <pc:sldMk cId="1595150279" sldId="295"/>
            <ac:spMk id="3" creationId="{67A8B31F-F04B-8991-F716-6991150FEFDB}"/>
          </ac:spMkLst>
        </pc:spChg>
        <pc:picChg chg="add mod">
          <ac:chgData name="Anwarsha k" userId="2dd60286c79d59eb" providerId="LiveId" clId="{E80949CD-69B3-4D1F-A4E8-167D5F31D07E}" dt="2026-05-03T06:07:26.591" v="130" actId="1076"/>
          <ac:picMkLst>
            <pc:docMk/>
            <pc:sldMk cId="1595150279" sldId="295"/>
            <ac:picMk id="6" creationId="{B5C10E65-D060-B4AF-07AA-10E4612F57AB}"/>
          </ac:picMkLst>
        </pc:picChg>
      </pc:sldChg>
      <pc:sldChg chg="addSp delSp modSp new mod">
        <pc:chgData name="Anwarsha k" userId="2dd60286c79d59eb" providerId="LiveId" clId="{E80949CD-69B3-4D1F-A4E8-167D5F31D07E}" dt="2026-05-03T06:16:45.195" v="260" actId="1076"/>
        <pc:sldMkLst>
          <pc:docMk/>
          <pc:sldMk cId="2443196" sldId="296"/>
        </pc:sldMkLst>
        <pc:spChg chg="mod">
          <ac:chgData name="Anwarsha k" userId="2dd60286c79d59eb" providerId="LiveId" clId="{E80949CD-69B3-4D1F-A4E8-167D5F31D07E}" dt="2026-05-03T06:15:42.737" v="240" actId="1076"/>
          <ac:spMkLst>
            <pc:docMk/>
            <pc:sldMk cId="2443196" sldId="296"/>
            <ac:spMk id="2" creationId="{65E0DDA4-6341-32E2-B84D-4444EB60BF73}"/>
          </ac:spMkLst>
        </pc:spChg>
        <pc:spChg chg="del mod">
          <ac:chgData name="Anwarsha k" userId="2dd60286c79d59eb" providerId="LiveId" clId="{E80949CD-69B3-4D1F-A4E8-167D5F31D07E}" dt="2026-05-03T06:14:48.865" v="224"/>
          <ac:spMkLst>
            <pc:docMk/>
            <pc:sldMk cId="2443196" sldId="296"/>
            <ac:spMk id="3" creationId="{E49731A3-6D33-4137-3CC4-2C7697C2E4B2}"/>
          </ac:spMkLst>
        </pc:spChg>
        <pc:spChg chg="add">
          <ac:chgData name="Anwarsha k" userId="2dd60286c79d59eb" providerId="LiveId" clId="{E80949CD-69B3-4D1F-A4E8-167D5F31D07E}" dt="2026-05-03T06:14:41.341" v="223"/>
          <ac:spMkLst>
            <pc:docMk/>
            <pc:sldMk cId="2443196" sldId="296"/>
            <ac:spMk id="7" creationId="{AEC47F52-782E-4992-014D-74C734F6130F}"/>
          </ac:spMkLst>
        </pc:spChg>
        <pc:spChg chg="add mod">
          <ac:chgData name="Anwarsha k" userId="2dd60286c79d59eb" providerId="LiveId" clId="{E80949CD-69B3-4D1F-A4E8-167D5F31D07E}" dt="2026-05-03T06:16:45.195" v="260" actId="1076"/>
          <ac:spMkLst>
            <pc:docMk/>
            <pc:sldMk cId="2443196" sldId="296"/>
            <ac:spMk id="8" creationId="{4863E965-47EF-E78D-406C-F6173439D2C4}"/>
          </ac:spMkLst>
        </pc:spChg>
        <pc:picChg chg="add mod">
          <ac:chgData name="Anwarsha k" userId="2dd60286c79d59eb" providerId="LiveId" clId="{E80949CD-69B3-4D1F-A4E8-167D5F31D07E}" dt="2026-05-03T06:07:43.472" v="132"/>
          <ac:picMkLst>
            <pc:docMk/>
            <pc:sldMk cId="2443196" sldId="296"/>
            <ac:picMk id="6" creationId="{328C60F9-603C-8370-101F-A01E104DECD7}"/>
          </ac:picMkLst>
        </pc:picChg>
      </pc:sldChg>
      <pc:sldChg chg="addSp delSp modSp new mod">
        <pc:chgData name="Anwarsha k" userId="2dd60286c79d59eb" providerId="LiveId" clId="{E80949CD-69B3-4D1F-A4E8-167D5F31D07E}" dt="2026-05-03T06:16:40.655" v="259" actId="1076"/>
        <pc:sldMkLst>
          <pc:docMk/>
          <pc:sldMk cId="1055608466" sldId="297"/>
        </pc:sldMkLst>
        <pc:spChg chg="mod">
          <ac:chgData name="Anwarsha k" userId="2dd60286c79d59eb" providerId="LiveId" clId="{E80949CD-69B3-4D1F-A4E8-167D5F31D07E}" dt="2026-05-03T06:16:40.655" v="259" actId="1076"/>
          <ac:spMkLst>
            <pc:docMk/>
            <pc:sldMk cId="1055608466" sldId="297"/>
            <ac:spMk id="2" creationId="{E200E79C-E4A7-E33B-59BD-CC08B81D1BCD}"/>
          </ac:spMkLst>
        </pc:spChg>
        <pc:spChg chg="add del mod">
          <ac:chgData name="Anwarsha k" userId="2dd60286c79d59eb" providerId="LiveId" clId="{E80949CD-69B3-4D1F-A4E8-167D5F31D07E}" dt="2026-05-03T06:15:55.718" v="242"/>
          <ac:spMkLst>
            <pc:docMk/>
            <pc:sldMk cId="1055608466" sldId="297"/>
            <ac:spMk id="3" creationId="{9C723F7D-8E63-698E-E48C-49B198EF054F}"/>
          </ac:spMkLst>
        </pc:spChg>
        <pc:spChg chg="add">
          <ac:chgData name="Anwarsha k" userId="2dd60286c79d59eb" providerId="LiveId" clId="{E80949CD-69B3-4D1F-A4E8-167D5F31D07E}" dt="2026-05-03T06:15:52.562" v="241"/>
          <ac:spMkLst>
            <pc:docMk/>
            <pc:sldMk cId="1055608466" sldId="297"/>
            <ac:spMk id="8" creationId="{379C983A-6EB3-8448-ED7C-83EB939E9F86}"/>
          </ac:spMkLst>
        </pc:spChg>
        <pc:spChg chg="add mod">
          <ac:chgData name="Anwarsha k" userId="2dd60286c79d59eb" providerId="LiveId" clId="{E80949CD-69B3-4D1F-A4E8-167D5F31D07E}" dt="2026-05-03T06:16:37.372" v="258" actId="1076"/>
          <ac:spMkLst>
            <pc:docMk/>
            <pc:sldMk cId="1055608466" sldId="297"/>
            <ac:spMk id="9" creationId="{393AA8F6-462C-5BA2-6D74-ECBDAD9B29FD}"/>
          </ac:spMkLst>
        </pc:spChg>
        <pc:picChg chg="add mod">
          <ac:chgData name="Anwarsha k" userId="2dd60286c79d59eb" providerId="LiveId" clId="{E80949CD-69B3-4D1F-A4E8-167D5F31D07E}" dt="2026-05-03T06:07:51.515" v="134"/>
          <ac:picMkLst>
            <pc:docMk/>
            <pc:sldMk cId="1055608466" sldId="297"/>
            <ac:picMk id="6" creationId="{22593BD2-8773-5018-7056-6B16FDDD5868}"/>
          </ac:picMkLst>
        </pc:picChg>
        <pc:picChg chg="add mod">
          <ac:chgData name="Anwarsha k" userId="2dd60286c79d59eb" providerId="LiveId" clId="{E80949CD-69B3-4D1F-A4E8-167D5F31D07E}" dt="2026-05-03T06:10:31.107" v="175"/>
          <ac:picMkLst>
            <pc:docMk/>
            <pc:sldMk cId="1055608466" sldId="297"/>
            <ac:picMk id="7" creationId="{AD6983F4-8481-4B08-C77B-713982850D4C}"/>
          </ac:picMkLst>
        </pc:picChg>
      </pc:sldChg>
      <pc:sldChg chg="addSp delSp modSp new del mod">
        <pc:chgData name="Anwarsha k" userId="2dd60286c79d59eb" providerId="LiveId" clId="{E80949CD-69B3-4D1F-A4E8-167D5F31D07E}" dt="2026-05-03T06:12:26.685" v="196" actId="47"/>
        <pc:sldMkLst>
          <pc:docMk/>
          <pc:sldMk cId="3909611069" sldId="298"/>
        </pc:sldMkLst>
        <pc:spChg chg="del mod">
          <ac:chgData name="Anwarsha k" userId="2dd60286c79d59eb" providerId="LiveId" clId="{E80949CD-69B3-4D1F-A4E8-167D5F31D07E}" dt="2026-05-03T06:11:29.979" v="181" actId="21"/>
          <ac:spMkLst>
            <pc:docMk/>
            <pc:sldMk cId="3909611069" sldId="298"/>
            <ac:spMk id="2" creationId="{BC7CFE85-C421-6848-7EA7-C93C9F13BBA2}"/>
          </ac:spMkLst>
        </pc:spChg>
        <pc:spChg chg="del">
          <ac:chgData name="Anwarsha k" userId="2dd60286c79d59eb" providerId="LiveId" clId="{E80949CD-69B3-4D1F-A4E8-167D5F31D07E}" dt="2026-05-03T06:11:38.994" v="182"/>
          <ac:spMkLst>
            <pc:docMk/>
            <pc:sldMk cId="3909611069" sldId="298"/>
            <ac:spMk id="3" creationId="{EA9D84FB-C210-2895-6BEF-9DD9821A4753}"/>
          </ac:spMkLst>
        </pc:spChg>
        <pc:picChg chg="add mod">
          <ac:chgData name="Anwarsha k" userId="2dd60286c79d59eb" providerId="LiveId" clId="{E80949CD-69B3-4D1F-A4E8-167D5F31D07E}" dt="2026-05-03T06:11:20.840" v="179" actId="1076"/>
          <ac:picMkLst>
            <pc:docMk/>
            <pc:sldMk cId="3909611069" sldId="298"/>
            <ac:picMk id="6" creationId="{9F90FF6A-2B3F-8B6A-2800-48992B78E1D0}"/>
          </ac:picMkLst>
        </pc:picChg>
        <pc:picChg chg="add mod">
          <ac:chgData name="Anwarsha k" userId="2dd60286c79d59eb" providerId="LiveId" clId="{E80949CD-69B3-4D1F-A4E8-167D5F31D07E}" dt="2026-05-03T06:12:20.926" v="194" actId="1076"/>
          <ac:picMkLst>
            <pc:docMk/>
            <pc:sldMk cId="3909611069" sldId="298"/>
            <ac:picMk id="7" creationId="{47BAA452-1988-4CD5-C46D-D115D985EE71}"/>
          </ac:picMkLst>
        </pc:picChg>
      </pc:sldChg>
      <pc:sldChg chg="addSp delSp modSp new mod">
        <pc:chgData name="Anwarsha k" userId="2dd60286c79d59eb" providerId="LiveId" clId="{E80949CD-69B3-4D1F-A4E8-167D5F31D07E}" dt="2026-05-03T06:13:53.863" v="220" actId="14100"/>
        <pc:sldMkLst>
          <pc:docMk/>
          <pc:sldMk cId="2479015236" sldId="299"/>
        </pc:sldMkLst>
        <pc:spChg chg="del mod">
          <ac:chgData name="Anwarsha k" userId="2dd60286c79d59eb" providerId="LiveId" clId="{E80949CD-69B3-4D1F-A4E8-167D5F31D07E}" dt="2026-05-03T06:12:50.999" v="201" actId="21"/>
          <ac:spMkLst>
            <pc:docMk/>
            <pc:sldMk cId="2479015236" sldId="299"/>
            <ac:spMk id="2" creationId="{9D4824CB-1D39-3C06-EB77-E9FFF14A0EA3}"/>
          </ac:spMkLst>
        </pc:spChg>
        <pc:spChg chg="mod">
          <ac:chgData name="Anwarsha k" userId="2dd60286c79d59eb" providerId="LiveId" clId="{E80949CD-69B3-4D1F-A4E8-167D5F31D07E}" dt="2026-05-03T06:13:00.478" v="204" actId="5793"/>
          <ac:spMkLst>
            <pc:docMk/>
            <pc:sldMk cId="2479015236" sldId="299"/>
            <ac:spMk id="3" creationId="{CC45040B-ABB9-419A-3D1A-E17653D98DF5}"/>
          </ac:spMkLst>
        </pc:spChg>
        <pc:spChg chg="add del">
          <ac:chgData name="Anwarsha k" userId="2dd60286c79d59eb" providerId="LiveId" clId="{E80949CD-69B3-4D1F-A4E8-167D5F31D07E}" dt="2026-05-03T06:13:06.490" v="206" actId="22"/>
          <ac:spMkLst>
            <pc:docMk/>
            <pc:sldMk cId="2479015236" sldId="299"/>
            <ac:spMk id="8" creationId="{AF0BE5AB-339B-A3C1-A6BD-1B7A5F5C98F7}"/>
          </ac:spMkLst>
        </pc:spChg>
        <pc:picChg chg="add mod">
          <ac:chgData name="Anwarsha k" userId="2dd60286c79d59eb" providerId="LiveId" clId="{E80949CD-69B3-4D1F-A4E8-167D5F31D07E}" dt="2026-05-03T06:12:32.144" v="197"/>
          <ac:picMkLst>
            <pc:docMk/>
            <pc:sldMk cId="2479015236" sldId="299"/>
            <ac:picMk id="6" creationId="{FDBD6995-3368-7176-C880-EA2136391D3A}"/>
          </ac:picMkLst>
        </pc:picChg>
        <pc:picChg chg="add del">
          <ac:chgData name="Anwarsha k" userId="2dd60286c79d59eb" providerId="LiveId" clId="{E80949CD-69B3-4D1F-A4E8-167D5F31D07E}" dt="2026-05-03T06:13:16.024" v="208" actId="22"/>
          <ac:picMkLst>
            <pc:docMk/>
            <pc:sldMk cId="2479015236" sldId="299"/>
            <ac:picMk id="10" creationId="{208E8129-6A6B-E47D-957F-301E934029C1}"/>
          </ac:picMkLst>
        </pc:picChg>
        <pc:picChg chg="add mod">
          <ac:chgData name="Anwarsha k" userId="2dd60286c79d59eb" providerId="LiveId" clId="{E80949CD-69B3-4D1F-A4E8-167D5F31D07E}" dt="2026-05-03T06:13:53.863" v="220" actId="14100"/>
          <ac:picMkLst>
            <pc:docMk/>
            <pc:sldMk cId="2479015236" sldId="299"/>
            <ac:picMk id="12" creationId="{904F5E50-99FC-0B7C-6B83-09D6C731B19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2975BF-E921-455D-928B-3B3324CD9707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B1DF93-272A-409C-8B51-483F76F8F4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137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B1DF93-272A-409C-8B51-483F76F8F4D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9969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7C218-E3B0-EB57-F3B7-08B363C6EA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B3CBE6-FE7D-1742-671D-4C0A5D881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436CFF-D1C1-7A94-0174-72D715B06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A11B1-FC62-4CD1-9961-C2C145B5767E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6BFA37-D1DF-1EEC-843C-6214AE62A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30A9F3-B400-6EB4-D29D-548A80742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E5187-13FE-408C-BE2C-D33968423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094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CC615-E284-5C92-1BBD-36BAA3585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0F188-B866-374D-0BD8-416CB798AC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907166-8781-5491-76B5-069D5A4A1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7EF4E-AD32-4837-A93F-303FC1FCEA14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973DBC-4443-40F1-7158-B878733DA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FECBFC-D924-C8C7-3E31-B53F33A07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E5187-13FE-408C-BE2C-D33968423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788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323C2-C8B1-7EA2-4303-493F5FB7B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AA2A48-3D05-F48D-F5B3-993DBD45F7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B5D0B5-20EA-F216-2F18-07F14CFD4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28F0F-781E-4537-A4E1-8885CBA86CF8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70CE2E-3432-6B89-8B4A-FB53D252F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50F26F-CB09-6A47-5A8A-D501FAACD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E5187-13FE-408C-BE2C-D33968423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464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F1A72-2153-31BC-234A-51A790ABD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65A47-C001-1D92-FFB5-A19289AE09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2C8AEE-5BFE-67D4-14BA-C183D713A1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4A251D-326A-7585-ADDC-1EDE158EA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1FD66-01AD-4A3A-9E37-A4737D764BCC}" type="datetime1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592071-3082-3178-70BC-361BEF3AB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55214A-9847-EC1C-3B84-2D2E68410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E5187-13FE-408C-BE2C-D33968423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142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6E9D2-354F-70D1-C4CE-4387C6555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AD411D-E782-4241-96C2-5217D62CAB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FAE220-4049-D7AE-D2B6-D6A804CA15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08E292-978C-9D09-1FF4-4EBEF0A200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131FB4-F013-A7FD-C489-83CEDFA2DE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62C484-49BA-F123-CCDA-CF983B962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4B70C-CA6A-46E2-A6B9-E95FF1AC29B1}" type="datetime1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218945-FD0D-548B-0E8C-E45CAB585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C98BCB-B9E0-B1AC-2250-3C4B34F35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E5187-13FE-408C-BE2C-D33968423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4544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0F4E6-3E17-92E6-D61E-0D66128CB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9BC185-CD9B-5263-B975-818D4CFF6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94610-7813-402E-A4D1-62C0D56EF42E}" type="datetime1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91D65D-7456-FF71-D0B6-35FE4F867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35FBE9-6E7D-9AE8-3B78-8D46E82B0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E5187-13FE-408C-BE2C-D33968423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536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AE106E-A2E4-EBEF-98CB-07D8FC95C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AC30A-A20D-4DA9-B649-2669F7F10703}" type="datetime1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EB13C8-D42B-5FDA-FE9E-EE3E82405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0C1BFC-2321-9F1E-51A2-D3BDC870B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E5187-13FE-408C-BE2C-D33968423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110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32591-A85E-BA7E-49BF-EC944BB40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D917BE-5F62-7E82-7FC1-CBCF6B8F0F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9D7760-420A-0B09-84EE-B2110B9FC2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4FCD1D-5BE0-EE2C-95BE-D4CBBEC82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5E74C-FE91-4BF7-8EEB-1165EA84FF9A}" type="datetime1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E6245C-C081-00EE-2E96-6604274CA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FBC03B-5F7A-0C23-CD0B-80F664ED8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E5187-13FE-408C-BE2C-D33968423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883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D1174-C085-393B-7DD6-4888CF85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A1379C-F9A4-7298-DFD3-2BD44F2316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6E50EB-F032-F284-CFD3-89E2D8AA75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8C000B-F8DF-ADC6-76C9-454238FCE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FA3FF-50F1-4D6D-8CC0-9DE6D9CEAB78}" type="datetime1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991ED6-4237-20DD-B706-E0397FC4C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2BBAD5-B7D8-B78B-56A3-EA4CC3479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E5187-13FE-408C-BE2C-D33968423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969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A144A-31C7-2036-BEB9-62B5E89BB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6191B2-7836-E7BC-0B0B-A7B18D48E8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95025-AE7E-7BCA-2383-9CC1CF05D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63C7E-3271-4D07-9B7C-1BF58FB18683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373A50-531E-C7C1-2471-C6D6705FA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069798-3B0A-26ED-CE98-CAE124DA4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E5187-13FE-408C-BE2C-D33968423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56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B4215D-2E24-0405-AEEC-C265A76998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8A4098-02FE-0EE8-5889-56D343ABD0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F4E277-22F5-B78F-52A8-9B347462A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2E5D5-A9A3-484B-ABC0-F95553844BA6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9E5A3-81ED-AEF0-4B0A-878238241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7D38AA-5CA5-A23C-9033-4996C58D1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E5187-13FE-408C-BE2C-D33968423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232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426905-648B-DCBB-7387-133EBD968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BE38A2-61E5-9DD0-38D8-3188A4499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C35DDD-AED5-0113-47FA-50DC518792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35019B-C01E-4B7C-A2A7-94577EAADAA8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90C51B-B4B4-CC1E-B42D-A41BF2F9C1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0F2C41-F667-099A-AF34-2734CB27CA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2E5187-13FE-408C-BE2C-D33968423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316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363CFF4-BFA2-31A5-D5A8-872EB88885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01265" y="3034329"/>
            <a:ext cx="7189470" cy="1381125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rgbClr val="660066"/>
                </a:solidFill>
              </a:rPr>
              <a:t>DEPARTMENT OF COMPUTER SCIENCE AND ENGINEERING</a:t>
            </a:r>
          </a:p>
          <a:p>
            <a:r>
              <a:rPr lang="en-IN" sz="2800" b="1" dirty="0">
                <a:solidFill>
                  <a:srgbClr val="660066"/>
                </a:solidFill>
              </a:rPr>
              <a:t>CS3811-PROJECT WORK REVIEW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0039E728-C40A-3D01-C57B-9A31C9EDD2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2850" y="230541"/>
            <a:ext cx="4686300" cy="138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B8379D0-9DAA-D4B9-90A1-D769785CA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CF0FA-8FA7-4D38-B9B8-7AF55C79946F}" type="datetime1">
              <a:rPr lang="en-US" smtClean="0"/>
              <a:t>5/3/2026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734E35-C148-6D12-BBB5-42ADABC25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E5187-13FE-408C-BE2C-D33968423E6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767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0AFAD-5240-2C75-5DBE-FD10F9783B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5464"/>
            <a:ext cx="10515600" cy="46672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>
                <a:solidFill>
                  <a:srgbClr val="1708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 :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5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Search System Using Elasticsearch with Redis-Based Caching</a:t>
            </a:r>
            <a:endParaRPr lang="en-IN" sz="2400" dirty="0">
              <a:solidFill>
                <a:srgbClr val="58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solidFill>
                <a:srgbClr val="17087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solidFill>
                  <a:srgbClr val="1708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 NUMBER:</a:t>
            </a:r>
          </a:p>
          <a:p>
            <a:pPr marL="914400" lvl="2" indent="0">
              <a:buNone/>
            </a:pPr>
            <a:r>
              <a:rPr lang="en-IN" sz="2400" dirty="0">
                <a:solidFill>
                  <a:srgbClr val="5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MEMBER 1: Anwarsha K (920822104013)</a:t>
            </a:r>
          </a:p>
          <a:p>
            <a:pPr marL="914400" lvl="2" indent="0">
              <a:buNone/>
            </a:pPr>
            <a:r>
              <a:rPr lang="en-IN" sz="2400" dirty="0">
                <a:solidFill>
                  <a:srgbClr val="5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MEMBER 2: Akash S (920822104008)</a:t>
            </a:r>
          </a:p>
          <a:p>
            <a:pPr marL="914400" lvl="2" indent="0">
              <a:buNone/>
            </a:pPr>
            <a:r>
              <a:rPr lang="en-IN" sz="2400" dirty="0">
                <a:solidFill>
                  <a:srgbClr val="5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MEMBER 3: Manikandan R (920822104051)</a:t>
            </a:r>
          </a:p>
          <a:p>
            <a:pPr marL="914400" lvl="2" indent="0">
              <a:buNone/>
            </a:pPr>
            <a:endParaRPr lang="en-IN" sz="2600" dirty="0">
              <a:solidFill>
                <a:srgbClr val="58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solidFill>
                  <a:srgbClr val="1708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GUIDE: </a:t>
            </a:r>
            <a:r>
              <a:rPr lang="en-IN" sz="2400" dirty="0">
                <a:solidFill>
                  <a:srgbClr val="5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Mrs. S. Sharmila Jeyarani, AP/CSE</a:t>
            </a:r>
            <a:endParaRPr lang="en-US" dirty="0">
              <a:solidFill>
                <a:srgbClr val="170872"/>
              </a:solidFill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2481725C-D966-509E-013D-CC4BD9080B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2850" y="230541"/>
            <a:ext cx="4686300" cy="138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B37D1DB-BE58-4062-0660-22CA89B44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332A6-D45E-4043-865D-7BA08A245783}" type="datetime1">
              <a:rPr lang="en-US" smtClean="0"/>
              <a:t>5/3/2026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0AE73A-D950-1814-9D4B-E7F147ED4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E5187-13FE-408C-BE2C-D33968423E6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882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7E063F-5720-9584-036A-2D9D2333D0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91360"/>
            <a:ext cx="10515600" cy="404368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applications require fast and efficient search systems for handling large data and real-time queries. Traditional systems face high latency and increased load, especially for repeated searches.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proposes a search system using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Elasticsearch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Redis-based caching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improve performance. It also includes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speech-to-text input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profanity filter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better usability and security.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reduces response time, improves scalability, and enhances user experience.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A5FD5810-BDA6-963B-7AFB-EEDE9B67B8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2850" y="230400"/>
            <a:ext cx="4686300" cy="138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F3590F5-CCEE-C277-792E-4787171A5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B2C70-AB03-4E10-A3A6-AECBC2DE52E7}" type="datetime1">
              <a:rPr lang="en-US" smtClean="0"/>
              <a:t>5/3/2026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77ABB5-5A9E-434C-43BF-790907252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E5187-13FE-408C-BE2C-D33968423E6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4538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D5E2D-C4EB-FF84-C3B8-FA140C17A2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5186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is essential in modern applications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E-commerce, Enterprise search, Log analytics, Knowledge systems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Challenges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Large data volume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Frequent &amp; repeated queries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Slow response time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Elasticsearch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Fast search engine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Redis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In-memory caching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 &amp; React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Web application stack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133FF1AB-4B2E-C855-2FEF-E3E0871F7F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2850" y="230400"/>
            <a:ext cx="4686300" cy="138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7B0C8AB-4E8C-8785-3F77-E3743B39B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E1898-A4B2-4318-88DF-CD032260D7D8}" type="datetime1">
              <a:rPr lang="en-US" smtClean="0"/>
              <a:t>5/3/2026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2BE77-30A5-CF6A-5DB9-3F570115A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E5187-13FE-408C-BE2C-D33968423E6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011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C6639-52F8-F4CC-BCD7-DF94318C8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11666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24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AE999C-CD64-00CE-BCA7-F2538EC45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04452"/>
            <a:ext cx="9850120" cy="2820988"/>
          </a:xfrm>
        </p:spPr>
        <p:txBody>
          <a:bodyPr>
            <a:no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applications require fast and efficient search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systems cause high latency and server load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handling of repeated queries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caching, voice support, or safety features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Leads to slow response and poor user experience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50B976-4AC2-3CE0-77C2-413B23107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7EF4E-AD32-4837-A93F-303FC1FCEA14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E05C4E-625B-58AB-5A9B-169508898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E5187-13FE-408C-BE2C-D33968423E6F}" type="slidenum">
              <a:rPr lang="en-US" smtClean="0"/>
              <a:t>5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3730F7A4-E09C-5FE8-C12E-BA9FC63B0F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2850" y="230541"/>
            <a:ext cx="4686300" cy="138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44698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0DDA4-6341-32E2-B84D-4444EB60B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67296"/>
            <a:ext cx="10515600" cy="702151"/>
          </a:xfrm>
        </p:spPr>
        <p:txBody>
          <a:bodyPr/>
          <a:lstStyle/>
          <a:p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</a:t>
            </a:r>
            <a:r>
              <a:rPr lang="en-US" dirty="0"/>
              <a:t> 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endParaRPr lang="en-IN" sz="24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76266-9BBC-86F8-4C89-37B105126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7EF4E-AD32-4837-A93F-303FC1FCEA14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27789B-7785-4614-B7CB-783DF31DB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E5187-13FE-408C-BE2C-D33968423E6F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328C60F9-603C-8370-101F-A01E104DEC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2850" y="230541"/>
            <a:ext cx="4686300" cy="138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4863E965-47EF-E78D-406C-F6173439D2C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73480" y="2317591"/>
            <a:ext cx="6822440" cy="36269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traditional SQL-based search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Each query processed repeatedly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caching mechanism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response time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Heavy database load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Poor scalability for large data </a:t>
            </a:r>
          </a:p>
        </p:txBody>
      </p:sp>
    </p:spTree>
    <p:extLst>
      <p:ext uri="{BB962C8B-B14F-4D97-AF65-F5344CB8AC3E}">
        <p14:creationId xmlns:p14="http://schemas.microsoft.com/office/powerpoint/2010/main" val="24431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0E79C-E4A7-E33B-59BD-CC08B81D1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7421"/>
            <a:ext cx="10515600" cy="77593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24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D48C7A-0F63-D4F7-2A8F-68286C229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7EF4E-AD32-4837-A93F-303FC1FCEA14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46B350-11C8-3780-CDB1-82D84C8AC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E5187-13FE-408C-BE2C-D33968423E6F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22593BD2-8773-5018-7056-6B16FDDD58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2850" y="230541"/>
            <a:ext cx="4686300" cy="138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">
            <a:extLst>
              <a:ext uri="{FF2B5EF4-FFF2-40B4-BE49-F238E27FC236}">
                <a16:creationId xmlns:a16="http://schemas.microsoft.com/office/drawing/2014/main" id="{393AA8F6-462C-5BA2-6D74-ECBDAD9B29F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93800" y="2387599"/>
            <a:ext cx="6609080" cy="33499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Elasticsearch for fast search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Redis caching for repeated queries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Cache-aside strategy used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Reduced response time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Improved performance and scalability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real-time applications </a:t>
            </a:r>
          </a:p>
        </p:txBody>
      </p:sp>
    </p:spTree>
    <p:extLst>
      <p:ext uri="{BB962C8B-B14F-4D97-AF65-F5344CB8AC3E}">
        <p14:creationId xmlns:p14="http://schemas.microsoft.com/office/powerpoint/2010/main" val="10556084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53A55-84F8-9C35-7142-75BCB663A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43329"/>
            <a:ext cx="580644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O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JECTIVES</a:t>
            </a:r>
            <a:endParaRPr lang="en-IN" sz="2800" b="1" dirty="0">
              <a:solidFill>
                <a:schemeClr val="accent6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162E4-EE5C-1149-7020-78FC6DEDC4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37532"/>
            <a:ext cx="10515600" cy="3355975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fast and efficient search system using Elasticsearch.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search response time using Redis-based caching.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minimize server load by storing frequently searched queries.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support both text and speech-based search input.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ensure safe searching using a profanity filtering module.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 scalable and user-friendly web application.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F5D7C4-812D-6D04-DF37-65049BB1BB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66510"/>
            <a:ext cx="2743200" cy="365125"/>
          </a:xfrm>
        </p:spPr>
        <p:txBody>
          <a:bodyPr/>
          <a:lstStyle/>
          <a:p>
            <a:fld id="{D707EF4E-AD32-4837-A93F-303FC1FCEA14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0DA463-C8DA-B4A8-DDEE-3BDC23161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E5187-13FE-408C-BE2C-D33968423E6F}" type="slidenum">
              <a:rPr lang="en-US" smtClean="0"/>
              <a:t>8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2C406ECB-E15E-E585-3F21-3019E22D5C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2850" y="230400"/>
            <a:ext cx="4686300" cy="138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621539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EACDE-FE69-E0CF-E671-68423E120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95533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IN" sz="24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5EE5DD4-7398-45A5-3615-A2740E54BA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20814955"/>
              </p:ext>
            </p:extLst>
          </p:nvPr>
        </p:nvGraphicFramePr>
        <p:xfrm>
          <a:off x="838200" y="2123440"/>
          <a:ext cx="10175240" cy="4232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5048">
                  <a:extLst>
                    <a:ext uri="{9D8B030D-6E8A-4147-A177-3AD203B41FA5}">
                      <a16:colId xmlns:a16="http://schemas.microsoft.com/office/drawing/2014/main" val="1729603256"/>
                    </a:ext>
                  </a:extLst>
                </a:gridCol>
                <a:gridCol w="2035048">
                  <a:extLst>
                    <a:ext uri="{9D8B030D-6E8A-4147-A177-3AD203B41FA5}">
                      <a16:colId xmlns:a16="http://schemas.microsoft.com/office/drawing/2014/main" val="423231791"/>
                    </a:ext>
                  </a:extLst>
                </a:gridCol>
                <a:gridCol w="2035048">
                  <a:extLst>
                    <a:ext uri="{9D8B030D-6E8A-4147-A177-3AD203B41FA5}">
                      <a16:colId xmlns:a16="http://schemas.microsoft.com/office/drawing/2014/main" val="1300370753"/>
                    </a:ext>
                  </a:extLst>
                </a:gridCol>
                <a:gridCol w="2035048">
                  <a:extLst>
                    <a:ext uri="{9D8B030D-6E8A-4147-A177-3AD203B41FA5}">
                      <a16:colId xmlns:a16="http://schemas.microsoft.com/office/drawing/2014/main" val="3535321388"/>
                    </a:ext>
                  </a:extLst>
                </a:gridCol>
                <a:gridCol w="2035048">
                  <a:extLst>
                    <a:ext uri="{9D8B030D-6E8A-4147-A177-3AD203B41FA5}">
                      <a16:colId xmlns:a16="http://schemas.microsoft.com/office/drawing/2014/main" val="1785137435"/>
                    </a:ext>
                  </a:extLst>
                </a:gridCol>
              </a:tblGrid>
              <a:tr h="846582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and Year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TECHNIQUE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3563242"/>
                  </a:ext>
                </a:extLst>
              </a:tr>
              <a:tr h="846582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RAPO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Zhu et al. (2025)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Redis Optimization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Improves Performance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focused on search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620669"/>
                  </a:ext>
                </a:extLst>
              </a:tr>
              <a:tr h="846582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Elasticsearch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Kathare et al. (2022)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Inverted Index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 Search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caching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7453140"/>
                  </a:ext>
                </a:extLst>
              </a:tr>
              <a:tr h="846582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Redis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Kaptosv</a:t>
                      </a: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(2025)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In-Memory cache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 Latency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Needs Integration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0612697"/>
                  </a:ext>
                </a:extLst>
              </a:tr>
              <a:tr h="846582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Inverted Index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Zobel and Moffat (2006)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Indexing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 Retrieval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Storage overhead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9014120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BCC2C6-8B4E-9067-F9C3-21FBD7D4C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7EF4E-AD32-4837-A93F-303FC1FCEA14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BD86FC-ED8E-EA22-E5DB-4983E9521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E5187-13FE-408C-BE2C-D33968423E6F}" type="slidenum">
              <a:rPr lang="en-US" smtClean="0"/>
              <a:t>9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0D43F5-4C95-A638-AAE3-41A1263655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2850" y="230400"/>
            <a:ext cx="4686300" cy="138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346187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574D1-AF5F-8EE3-3D54-5277C060F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01506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( HARDWARE REQUIREMENT)</a:t>
            </a:r>
            <a:endParaRPr lang="en-IN" sz="24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BED71-093F-9068-5660-BE7F345C59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55606"/>
            <a:ext cx="10515600" cy="3305175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Processor: Intel Core i3 or equivalent 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RAM: 4 GB 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Storage: 20 GB free space 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Network: Internet connection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GPU: Optional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Display: HD Monitor for System interaction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924DDB-BCAA-4335-BEE4-72815ED98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7EF4E-AD32-4837-A93F-303FC1FCEA14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F41201-D8B0-8F67-32C0-A5638CB74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E5187-13FE-408C-BE2C-D33968423E6F}" type="slidenum">
              <a:rPr lang="en-US" smtClean="0"/>
              <a:t>10</a:t>
            </a:fld>
            <a:endParaRPr lang="en-US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49EEFB20-E687-8C97-655C-834B9C61A5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4800" y="230400"/>
            <a:ext cx="4686300" cy="138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818482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D7150-212E-6D6A-F8D2-B0A5717AF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6800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( SOFTWARE REQUIREMENT)</a:t>
            </a:r>
            <a:endParaRPr lang="en-IN" sz="24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8DF6F-F626-015A-23FE-379D3D1E14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480" y="2489200"/>
            <a:ext cx="10515600" cy="3867150"/>
          </a:xfrm>
        </p:spPr>
        <p:txBody>
          <a:bodyPr>
            <a:normAutofit lnSpcReduction="10000"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 Windows 10/11 or Linux 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React.js 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Node.js 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Engine: Elasticsearch 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Caching System: Redis 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 JavaScript 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Tools: PostgreSQL (for comparison) 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Testing: Postman 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Version Control: Git &amp; GitHub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F73AFF-6917-EF00-361E-046A1A973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7EF4E-AD32-4837-A93F-303FC1FCEA14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E3E10E-F047-1E24-A5BC-2BAD3F07D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E5187-13FE-408C-BE2C-D33968423E6F}" type="slidenum">
              <a:rPr lang="en-US" smtClean="0"/>
              <a:t>11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934B08-B0D8-9C04-1089-C7B9742C50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2850" y="230400"/>
            <a:ext cx="4686300" cy="138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3375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E8CF8-FD45-ABCC-E978-B284BF277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0763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OVERALL DESIGN</a:t>
            </a:r>
            <a:endParaRPr lang="en-IN" sz="24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9C7C3F7-DE3C-4039-A3BE-9DB79FF3E7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70365" y="2036618"/>
            <a:ext cx="8015315" cy="438833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2E44DF-F38D-B6EF-BE03-611079289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7EF4E-AD32-4837-A93F-303FC1FCEA14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5C083F-591F-E3CC-D764-423CC6FE0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E5187-13FE-408C-BE2C-D33968423E6F}" type="slidenum">
              <a:rPr lang="en-US" smtClean="0"/>
              <a:t>12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5D9324-B0A1-3146-965E-E2DE4EC305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2850" y="230400"/>
            <a:ext cx="4686300" cy="138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9096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E717C-C501-4F90-6E74-5027CB453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2106"/>
            <a:ext cx="10515600" cy="1325563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 OF ALGORITHMS AND HIGHLIGHTS OF THE PROJECT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D0651-F470-062D-9628-FF2E2A5285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04001"/>
            <a:ext cx="10515600" cy="413836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Used: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Cache-Aside (Redis) - Stores frequent queries and reduces latency 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Inverted Index (Elasticsearch) -Enables fast search 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Processing - Routes requests between cache and search engine 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Features: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Search Response (1-20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Latency using Redis Cache 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Speech-to-Text Search 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Profanity Filtering  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1BCD73-54FF-08D1-0D10-F0B0959C7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7EF4E-AD32-4837-A93F-303FC1FCEA14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32722C-B9B1-2C48-2245-4A24AF13F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E5187-13FE-408C-BE2C-D33968423E6F}" type="slidenum">
              <a:rPr lang="en-US" smtClean="0"/>
              <a:t>13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FC8EC85-53C0-11D0-8E5E-529EC40023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2850" y="230400"/>
            <a:ext cx="4686300" cy="138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5236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90190-AB98-68FC-95E2-3A329861D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14836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PROGRESS (98% COMPLETED)</a:t>
            </a:r>
            <a:endParaRPr lang="en-IN" sz="24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E221B-DCBC-088E-9118-8C2B7223F2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06662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&amp; Preprocessing – 100% 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Elasticsearch Integration – 100% 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Redis Caching Implementation – 100% 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Development (Node.js) – 100% 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Development (React) – 100% 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&amp; Performance Evaluation – 100% 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 &amp; Report – 95%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D5AFA7-F47A-8354-5CB0-983C655E2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7EF4E-AD32-4837-A93F-303FC1FCEA14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D1073E-BC1D-3B4C-C806-9B99E7EE2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E5187-13FE-408C-BE2C-D33968423E6F}" type="slidenum">
              <a:rPr lang="en-US" smtClean="0"/>
              <a:t>14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D19928-A8FD-8276-8B91-FF9E262F4D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2850" y="230400"/>
            <a:ext cx="4686300" cy="138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8349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30AE5-2001-50D5-3CB4-201F27DEC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43250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METHODOLOGY/APPROACH LIST OF MODULES</a:t>
            </a:r>
            <a:endParaRPr lang="en-IN" sz="24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81252-C7F0-A320-BDBD-E731BC470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3960" y="2446074"/>
            <a:ext cx="10515600" cy="3071178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API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REDIS CACHE MODULE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ELASTICSEARCH MODULE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SPEECH TO TEXT MODULE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PROFANITY FILTER MODULE</a:t>
            </a:r>
          </a:p>
          <a:p>
            <a:pPr marL="457200" indent="-457200">
              <a:buFont typeface="+mj-lt"/>
              <a:buAutoNum type="arabicPeriod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5FA120-A370-ABFD-1BBB-1313FCB75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7EF4E-AD32-4837-A93F-303FC1FCEA14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1C4D41-10D8-FB60-A6B2-32430F6F5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E5187-13FE-408C-BE2C-D33968423E6F}" type="slidenum">
              <a:rPr lang="en-US" smtClean="0"/>
              <a:t>15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5DD6F1-C9FB-9036-7C92-481A4E44A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2850" y="230400"/>
            <a:ext cx="4686300" cy="138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0364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13006-D19D-74AA-CEF8-02D880BF8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F67D5-2F6C-91DE-22D4-7B4762ADE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96312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METHODOLOGY/APPROACH ( MODULES DESCRIPTION)</a:t>
            </a:r>
            <a:endParaRPr lang="en-IN" sz="24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ECE4DE-0CE3-74B3-9AC8-A9DFCC715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06662"/>
            <a:ext cx="10515600" cy="4351338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an interactive interface for users to enter search queries. 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both text and voice-based input. 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results quickly and clearly.</a:t>
            </a:r>
          </a:p>
          <a:p>
            <a:pPr marL="457200" indent="-457200">
              <a:buFont typeface="+mj-lt"/>
              <a:buAutoNum type="arabicPeriod" startAt="2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API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client requests and processes search queries. 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Connects frontend with cache and search engine. 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smooth data flow and response delivery.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32CF5-E750-0098-46ED-60B72D0EF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7EF4E-AD32-4837-A93F-303FC1FCEA14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181815-0BCC-413B-B264-D710C790B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E5187-13FE-408C-BE2C-D33968423E6F}" type="slidenum">
              <a:rPr lang="en-US" smtClean="0"/>
              <a:t>16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2004AD-CC88-3234-751F-4E87DC03FF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2850" y="230400"/>
            <a:ext cx="4686300" cy="138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7695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79373-8DA5-3CD1-B3C6-31CFC8F42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F241A-E20F-4CAB-471B-CFB25E9E0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96312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METHODOLOGY/APPROACH ( MODULES DESCRIPTION)</a:t>
            </a:r>
            <a:endParaRPr lang="en-IN" sz="24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BD845-2DF6-0159-CC12-AF47A70623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06662"/>
            <a:ext cx="10515600" cy="4351338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REDIS CACHE MODULE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frequently searched queries in memory. 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repeated processing and latency. 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performance using cache-aside strategy.</a:t>
            </a:r>
          </a:p>
          <a:p>
            <a:pPr marL="457200" indent="-457200">
              <a:buFont typeface="+mj-lt"/>
              <a:buAutoNum type="arabicPeriod" startAt="4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ELASTICSEARCH MODULE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fast full-text search using inverted index. 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Retrieves relevant data from large datasets. 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scalable and efficient search.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7112DF-1FEB-87DE-C905-FC9D18E9B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7EF4E-AD32-4837-A93F-303FC1FCEA14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DF0271-4EC6-1DD0-FB9A-0A19DB185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E5187-13FE-408C-BE2C-D33968423E6F}" type="slidenum">
              <a:rPr lang="en-US" smtClean="0"/>
              <a:t>17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19261D-E0FA-4887-9564-9C88BF99AD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2850" y="230400"/>
            <a:ext cx="4686300" cy="138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5842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59DE9-84A5-2031-16B9-76B831253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C746C-73E2-FFE6-FBA4-923C11AE3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96312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METHODOLOGY/APPROACH ( MODULES DESCRIPTION)</a:t>
            </a:r>
            <a:endParaRPr lang="en-IN" sz="24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5C68CC-46DE-11F2-D0B8-9878C7BEAC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06662"/>
            <a:ext cx="10515600" cy="4351338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5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SPEECH TO TEXT MODULE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voice input into text. 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voice-based search functionality. 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accessibility and user experience.</a:t>
            </a:r>
          </a:p>
          <a:p>
            <a:pPr marL="457200" indent="-457200">
              <a:buFont typeface="+mj-lt"/>
              <a:buAutoNum type="arabicPeriod" startAt="6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PROFANITY FILTER MODULE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Filters inappropriate or offensive words. 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safe and clean queries. 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usability and content security.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D91EE-DF47-ED68-10CD-79F8EAEE7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7EF4E-AD32-4837-A93F-303FC1FCEA14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0FCBD2-E684-2332-B66C-5A6E3605C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E5187-13FE-408C-BE2C-D33968423E6F}" type="slidenum">
              <a:rPr lang="en-US" smtClean="0"/>
              <a:t>18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A1E943-B6B3-E55A-8B05-4EA7D81A1D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2850" y="230400"/>
            <a:ext cx="4686300" cy="138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1801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2DCA6-7E82-4744-9245-DD21C9D6A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71130-1672-253F-BB92-ACDE0CB1F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96312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&amp; PROGRESS</a:t>
            </a:r>
            <a:endParaRPr lang="en-IN" sz="24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8F4D291-D83A-1068-F321-01AC23AAF1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022" y="2409844"/>
            <a:ext cx="8665955" cy="406428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D15688-C8B2-D9AA-0CE7-CA8B82B7F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7EF4E-AD32-4837-A93F-303FC1FCEA14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D191C0-9D17-E403-DBA2-8C739C086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E5187-13FE-408C-BE2C-D33968423E6F}" type="slidenum">
              <a:rPr lang="en-US" smtClean="0"/>
              <a:t>19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CE2721-59DB-7D7D-70B3-182DA25DEA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2850" y="230400"/>
            <a:ext cx="4686300" cy="138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6132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774F3-BE29-FB39-9285-0E15CBB4E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E19A6-DA67-552F-A47B-21303CD80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96312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&amp; PROGRESS</a:t>
            </a:r>
            <a:endParaRPr lang="en-IN" sz="24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8A9F234-E533-0F3D-B36F-E1C14E5C5E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7332"/>
          <a:stretch>
            <a:fillRect/>
          </a:stretch>
        </p:blipFill>
        <p:spPr>
          <a:xfrm>
            <a:off x="1971040" y="2306320"/>
            <a:ext cx="8661024" cy="432128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3D4151-7A6D-5565-1D88-C5099BDE1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7EF4E-AD32-4837-A93F-303FC1FCEA14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B06240-8400-C7F1-F2C3-8F0F12E04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E5187-13FE-408C-BE2C-D33968423E6F}" type="slidenum">
              <a:rPr lang="en-US" smtClean="0"/>
              <a:t>20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BE6E0F-737E-90AC-070B-7BD3A76E88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2850" y="230400"/>
            <a:ext cx="4686300" cy="138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7445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D1AD2-4BC6-AFA7-2BDC-085E0CDE0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B37DC-A7B3-8839-4E93-E48A4B6EE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96312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&amp; PROGRESS</a:t>
            </a:r>
            <a:endParaRPr lang="en-IN" sz="24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68109C5-5FCF-C588-064E-531F93A14D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62480" y="2370138"/>
            <a:ext cx="8392160" cy="435133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83F286-EDD3-BAAD-19B3-6CB01A39E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7EF4E-AD32-4837-A93F-303FC1FCEA14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E14338-0E65-7349-A907-387D10835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E5187-13FE-408C-BE2C-D33968423E6F}" type="slidenum">
              <a:rPr lang="en-US" smtClean="0"/>
              <a:t>21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C921D3-B36E-E14B-9943-2253B0E346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2850" y="230400"/>
            <a:ext cx="4686300" cy="138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5867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9FB43-1E1E-6AF4-C80D-A72314F58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79113-B363-B53F-8B13-2730E3EF4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96312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&amp; PROGRESS</a:t>
            </a:r>
            <a:endParaRPr lang="en-IN" sz="24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51844308-30EB-F10E-BFC2-C2229F8F7C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466654"/>
            <a:ext cx="5358355" cy="3619185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01E801-1A62-2C84-1EC5-37CD4B418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7EF4E-AD32-4837-A93F-303FC1FCEA14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23AF3B-94A8-BE98-F154-5EF045AA3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E5187-13FE-408C-BE2C-D33968423E6F}" type="slidenum">
              <a:rPr lang="en-US" smtClean="0"/>
              <a:t>22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12711F-A19A-4632-8BF5-AD74283B80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2850" y="230400"/>
            <a:ext cx="4686300" cy="13811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7913E5C-B7DF-C27A-D156-35E56FF6F8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240" y="2466655"/>
            <a:ext cx="5358355" cy="3619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0785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AED8B-515D-6ECC-AF75-728B59786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85838-D191-6D60-E490-73641CE26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86152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&amp; PROGRESS</a:t>
            </a:r>
            <a:endParaRPr lang="en-IN" sz="24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C6ED0E-58B0-1F74-463C-CFF6C252A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7EF4E-AD32-4837-A93F-303FC1FCEA14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FA2AE8-D3B0-4D89-23A5-E5D947CAF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E5187-13FE-408C-BE2C-D33968423E6F}" type="slidenum">
              <a:rPr lang="en-US" smtClean="0"/>
              <a:t>23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BF6406-3AC4-C914-AF85-2988BABA4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2850" y="230400"/>
            <a:ext cx="4686300" cy="1381125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B4C0512A-42B5-45CE-DF7B-A6157EE62F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94080" y="2328582"/>
            <a:ext cx="10515600" cy="4095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494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8D01D-4128-987D-C41A-F24156413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167880" cy="1325563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D72B4-D0BA-ACB7-A913-2D0BD7185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46250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SQL Search Time: 200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1000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Elasticsearch Search Time: 20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150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Redis Cache Response Time: 0.1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2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Redis provides near-instant response for repeated queries  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Significant reduction in response time using caching  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system performance and scalability  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accuracy in retrieving relevant results  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Consistent and reliable performance across queries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B094A3-6A7B-C658-C059-A308F16F8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7EF4E-AD32-4837-A93F-303FC1FCEA14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B5FA09-F632-CA42-6B22-E24B4A63E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E5187-13FE-408C-BE2C-D33968423E6F}" type="slidenum">
              <a:rPr lang="en-US" smtClean="0"/>
              <a:t>24</a:t>
            </a:fld>
            <a:endParaRPr 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3BB14779-DBE2-B9AE-EAE8-64AC6FFB7C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2850" y="230400"/>
            <a:ext cx="4686300" cy="138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710431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E9538-C75F-460F-F831-D1D84EA6E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B6478-E449-314D-669F-F323BBCD9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81125"/>
          </a:xfrm>
        </p:spPr>
        <p:txBody>
          <a:bodyPr>
            <a:normAutofit fontScale="90000"/>
          </a:bodyPr>
          <a:lstStyle/>
          <a:p>
            <a:br>
              <a:rPr lang="en-US" sz="3200" b="1" dirty="0">
                <a:solidFill>
                  <a:schemeClr val="accent6">
                    <a:lumMod val="50000"/>
                  </a:schemeClr>
                </a:solidFill>
                <a:latin typeface="+mn-lt"/>
              </a:rPr>
            </a:br>
            <a:br>
              <a:rPr lang="en-US" sz="3200" b="1" dirty="0">
                <a:solidFill>
                  <a:schemeClr val="accent6">
                    <a:lumMod val="50000"/>
                  </a:schemeClr>
                </a:solidFill>
                <a:latin typeface="+mn-lt"/>
              </a:rPr>
            </a:br>
            <a:br>
              <a:rPr lang="en-US" sz="3200" b="1" dirty="0">
                <a:solidFill>
                  <a:schemeClr val="accent6">
                    <a:lumMod val="50000"/>
                  </a:schemeClr>
                </a:solidFill>
                <a:latin typeface="+mn-lt"/>
              </a:rPr>
            </a:br>
            <a:br>
              <a:rPr lang="en-US" sz="3200" b="1" dirty="0">
                <a:solidFill>
                  <a:schemeClr val="accent6">
                    <a:lumMod val="50000"/>
                  </a:schemeClr>
                </a:solidFill>
                <a:latin typeface="+mn-lt"/>
              </a:rPr>
            </a:br>
            <a:endParaRPr lang="en-IN" sz="3200" b="1" dirty="0">
              <a:solidFill>
                <a:schemeClr val="accent6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FCB35B-F0EB-86AD-13F9-84E697215B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2010" y="1875631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COMPARISON WITH EXISTING SYSTEM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0BCA78-FC6C-CF4F-3528-D24A1229D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7EF4E-AD32-4837-A93F-303FC1FCEA14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C42CD4-0C9E-5598-CC3D-B6D00CF4E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E5187-13FE-408C-BE2C-D33968423E6F}" type="slidenum">
              <a:rPr lang="en-US" smtClean="0"/>
              <a:t>25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F2B8D397-DAEE-4B8C-874B-D03E948B2A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2850" y="230541"/>
            <a:ext cx="4686300" cy="138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1B24066-0C15-BB39-942E-E1F63E150ECC}"/>
              </a:ext>
            </a:extLst>
          </p:cNvPr>
          <p:cNvGraphicFramePr>
            <a:graphicFrameLocks noGrp="1"/>
          </p:cNvGraphicFramePr>
          <p:nvPr/>
        </p:nvGraphicFramePr>
        <p:xfrm>
          <a:off x="1615440" y="2317115"/>
          <a:ext cx="9255587" cy="41757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414905">
                  <a:extLst>
                    <a:ext uri="{9D8B030D-6E8A-4147-A177-3AD203B41FA5}">
                      <a16:colId xmlns:a16="http://schemas.microsoft.com/office/drawing/2014/main" val="3384777880"/>
                    </a:ext>
                  </a:extLst>
                </a:gridCol>
                <a:gridCol w="3217718">
                  <a:extLst>
                    <a:ext uri="{9D8B030D-6E8A-4147-A177-3AD203B41FA5}">
                      <a16:colId xmlns:a16="http://schemas.microsoft.com/office/drawing/2014/main" val="4000342734"/>
                    </a:ext>
                  </a:extLst>
                </a:gridCol>
                <a:gridCol w="3622964">
                  <a:extLst>
                    <a:ext uri="{9D8B030D-6E8A-4147-A177-3AD203B41FA5}">
                      <a16:colId xmlns:a16="http://schemas.microsoft.com/office/drawing/2014/main" val="1895281416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  <a:endParaRPr lang="en-IN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System (SQL)</a:t>
                      </a:r>
                      <a:endParaRPr lang="en-IN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System</a:t>
                      </a:r>
                      <a:endParaRPr lang="en-IN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4912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Search Speed</a:t>
                      </a:r>
                      <a:endParaRPr lang="en-IN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Latency (200-1000 </a:t>
                      </a:r>
                      <a:r>
                        <a:rPr lang="en-US" sz="2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IN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Very fast (1-20 </a:t>
                      </a:r>
                      <a:r>
                        <a:rPr lang="en-US" sz="2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IN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2824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Caching</a:t>
                      </a:r>
                      <a:endParaRPr lang="en-IN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available</a:t>
                      </a:r>
                      <a:endParaRPr lang="en-IN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Redis Caching</a:t>
                      </a:r>
                      <a:endParaRPr lang="en-IN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2281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Search Method</a:t>
                      </a:r>
                      <a:endParaRPr lang="en-IN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Sequential search</a:t>
                      </a:r>
                      <a:endParaRPr lang="en-IN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Elasticsearch (Inverted index)</a:t>
                      </a:r>
                      <a:endParaRPr lang="en-IN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3733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</a:t>
                      </a:r>
                      <a:endParaRPr lang="en-IN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Slower for large data</a:t>
                      </a:r>
                      <a:endParaRPr lang="en-IN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Performance</a:t>
                      </a:r>
                      <a:endParaRPr lang="en-IN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2512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Scalability</a:t>
                      </a:r>
                      <a:endParaRPr lang="en-IN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</a:t>
                      </a:r>
                      <a:endParaRPr lang="en-IN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Highly scalable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34868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Repeated Queries</a:t>
                      </a:r>
                      <a:endParaRPr lang="en-IN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Reprocessed Every Time</a:t>
                      </a:r>
                      <a:endParaRPr lang="en-IN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Served from cache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59294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Response Time</a:t>
                      </a:r>
                      <a:endParaRPr lang="en-IN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Slow</a:t>
                      </a:r>
                      <a:endParaRPr lang="en-IN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Near-instant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66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Experience</a:t>
                      </a:r>
                      <a:endParaRPr lang="en-IN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</a:t>
                      </a:r>
                      <a:endParaRPr lang="en-IN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40598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47305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62977-51F0-E38E-E6D6-4F5DB0CB0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81125"/>
          </a:xfrm>
        </p:spPr>
        <p:txBody>
          <a:bodyPr>
            <a:normAutofit fontScale="90000"/>
          </a:bodyPr>
          <a:lstStyle/>
          <a:p>
            <a:br>
              <a:rPr lang="en-US" sz="3200" b="1" dirty="0">
                <a:solidFill>
                  <a:schemeClr val="accent6">
                    <a:lumMod val="50000"/>
                  </a:schemeClr>
                </a:solidFill>
                <a:latin typeface="+mn-lt"/>
              </a:rPr>
            </a:br>
            <a:br>
              <a:rPr lang="en-US" sz="3200" b="1" dirty="0">
                <a:solidFill>
                  <a:schemeClr val="accent6">
                    <a:lumMod val="50000"/>
                  </a:schemeClr>
                </a:solidFill>
                <a:latin typeface="+mn-lt"/>
              </a:rPr>
            </a:br>
            <a:br>
              <a:rPr lang="en-US" sz="3200" b="1" dirty="0">
                <a:solidFill>
                  <a:schemeClr val="accent6">
                    <a:lumMod val="50000"/>
                  </a:schemeClr>
                </a:solidFill>
                <a:latin typeface="+mn-lt"/>
              </a:rPr>
            </a:br>
            <a:br>
              <a:rPr lang="en-US" sz="3200" b="1" dirty="0">
                <a:solidFill>
                  <a:schemeClr val="accent6">
                    <a:lumMod val="50000"/>
                  </a:schemeClr>
                </a:solidFill>
                <a:latin typeface="+mn-lt"/>
              </a:rPr>
            </a:br>
            <a:endParaRPr lang="en-IN" sz="3200" b="1" dirty="0">
              <a:solidFill>
                <a:schemeClr val="accent6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E39BF-242C-8F5C-7CF1-50ED72EC2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2010" y="1875631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PUBLICATIONS</a:t>
            </a:r>
            <a:endParaRPr lang="en-IN" sz="24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ED070E-1513-BD6D-B362-459860012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7EF4E-AD32-4837-A93F-303FC1FCEA14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0884C1-7231-DA81-8019-A96E423A8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E5187-13FE-408C-BE2C-D33968423E6F}" type="slidenum">
              <a:rPr lang="en-US" smtClean="0"/>
              <a:t>26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C34DA7EA-E17E-4DF2-8F35-3D02A70E6A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2850" y="230541"/>
            <a:ext cx="4686300" cy="138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CD5354A-71A9-757F-0954-CAE842ABD8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7520" y="2969657"/>
            <a:ext cx="5593079" cy="3257312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90F34919-C48C-B114-CEA9-EBA106DD013C}"/>
              </a:ext>
            </a:extLst>
          </p:cNvPr>
          <p:cNvSpPr txBox="1"/>
          <p:nvPr/>
        </p:nvSpPr>
        <p:spPr>
          <a:xfrm>
            <a:off x="1280160" y="2323326"/>
            <a:ext cx="9225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CONFERENCE: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Conference on Smart Innovations in Engineering &amp; Technology (ICSIET 2026)</a:t>
            </a:r>
          </a:p>
        </p:txBody>
      </p:sp>
    </p:spTree>
    <p:extLst>
      <p:ext uri="{BB962C8B-B14F-4D97-AF65-F5344CB8AC3E}">
        <p14:creationId xmlns:p14="http://schemas.microsoft.com/office/powerpoint/2010/main" val="2658681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F7BBC-A9E1-394F-227C-47666E810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7E324-791F-6C9C-428B-399D48D9B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81125"/>
          </a:xfrm>
        </p:spPr>
        <p:txBody>
          <a:bodyPr>
            <a:normAutofit fontScale="90000"/>
          </a:bodyPr>
          <a:lstStyle/>
          <a:p>
            <a:br>
              <a:rPr lang="en-US" sz="3200" b="1" dirty="0">
                <a:solidFill>
                  <a:schemeClr val="accent6">
                    <a:lumMod val="50000"/>
                  </a:schemeClr>
                </a:solidFill>
                <a:latin typeface="+mn-lt"/>
              </a:rPr>
            </a:br>
            <a:br>
              <a:rPr lang="en-US" sz="3200" b="1" dirty="0">
                <a:solidFill>
                  <a:schemeClr val="accent6">
                    <a:lumMod val="50000"/>
                  </a:schemeClr>
                </a:solidFill>
                <a:latin typeface="+mn-lt"/>
              </a:rPr>
            </a:br>
            <a:br>
              <a:rPr lang="en-US" sz="3200" b="1" dirty="0">
                <a:solidFill>
                  <a:schemeClr val="accent6">
                    <a:lumMod val="50000"/>
                  </a:schemeClr>
                </a:solidFill>
                <a:latin typeface="+mn-lt"/>
              </a:rPr>
            </a:br>
            <a:br>
              <a:rPr lang="en-US" sz="3200" b="1" dirty="0">
                <a:solidFill>
                  <a:schemeClr val="accent6">
                    <a:lumMod val="50000"/>
                  </a:schemeClr>
                </a:solidFill>
                <a:latin typeface="+mn-lt"/>
              </a:rPr>
            </a:br>
            <a:endParaRPr lang="en-IN" sz="3200" b="1" dirty="0">
              <a:solidFill>
                <a:schemeClr val="accent6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D50ED-DCDB-1149-57BD-AD4178001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2010" y="1875631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PUBLICATIONS</a:t>
            </a:r>
            <a:endParaRPr lang="en-IN" sz="24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F49A68-71C5-A87F-53C9-A34013F1B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7EF4E-AD32-4837-A93F-303FC1FCEA14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E5EB64-CCAA-C29E-6A2B-AB55D066E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E5187-13FE-408C-BE2C-D33968423E6F}" type="slidenum">
              <a:rPr lang="en-US" smtClean="0"/>
              <a:t>27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67A4BE20-D8EE-C3C6-1A2C-A17B02244D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2850" y="230541"/>
            <a:ext cx="4686300" cy="138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A3A8EC9-B07D-558F-8B65-E96C0D554C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4840" y="2583257"/>
            <a:ext cx="5008619" cy="350794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7093CBB-0659-B1AF-F47F-0298111641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937" y="2583257"/>
            <a:ext cx="4746976" cy="3507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6130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45040B-ABB9-419A-3D1A-E17653D98D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32001"/>
            <a:ext cx="10515600" cy="4144962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PUBLICATIONS</a:t>
            </a:r>
            <a:endParaRPr lang="en-IN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79804-C651-8C3B-4589-0C074C356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7EF4E-AD32-4837-A93F-303FC1FCEA14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759298-3510-51A6-FFCF-98786CC6C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E5187-13FE-408C-BE2C-D33968423E6F}" type="slidenum">
              <a:rPr lang="en-US" smtClean="0"/>
              <a:t>28</a:t>
            </a:fld>
            <a:endParaRPr lang="en-US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FDBD6995-3368-7176-C880-EA2136391D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2850" y="230541"/>
            <a:ext cx="4686300" cy="138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04F5E50-99FC-0B7C-6B83-09D6C731B1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6400" y="2528455"/>
            <a:ext cx="5492750" cy="354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0152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F71B3-0FAB-052E-A4F4-F0E34BACE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F1F2B-F1AF-4ABD-2FE8-B851E9472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81125"/>
          </a:xfrm>
        </p:spPr>
        <p:txBody>
          <a:bodyPr>
            <a:normAutofit fontScale="90000"/>
          </a:bodyPr>
          <a:lstStyle/>
          <a:p>
            <a:br>
              <a:rPr lang="en-US" sz="3200" b="1" dirty="0">
                <a:solidFill>
                  <a:schemeClr val="accent6">
                    <a:lumMod val="50000"/>
                  </a:schemeClr>
                </a:solidFill>
                <a:latin typeface="+mn-lt"/>
              </a:rPr>
            </a:br>
            <a:br>
              <a:rPr lang="en-US" sz="3200" b="1" dirty="0">
                <a:solidFill>
                  <a:schemeClr val="accent6">
                    <a:lumMod val="50000"/>
                  </a:schemeClr>
                </a:solidFill>
                <a:latin typeface="+mn-lt"/>
              </a:rPr>
            </a:br>
            <a:br>
              <a:rPr lang="en-US" sz="3200" b="1" dirty="0">
                <a:solidFill>
                  <a:schemeClr val="accent6">
                    <a:lumMod val="50000"/>
                  </a:schemeClr>
                </a:solidFill>
                <a:latin typeface="+mn-lt"/>
              </a:rPr>
            </a:br>
            <a:br>
              <a:rPr lang="en-US" sz="3200" b="1" dirty="0">
                <a:solidFill>
                  <a:schemeClr val="accent6">
                    <a:lumMod val="50000"/>
                  </a:schemeClr>
                </a:solidFill>
                <a:latin typeface="+mn-lt"/>
              </a:rPr>
            </a:br>
            <a:endParaRPr lang="en-IN" sz="3200" b="1" dirty="0">
              <a:solidFill>
                <a:schemeClr val="accent6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8B31F-F04B-8991-F716-6991150FEF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2010" y="1875631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OUTCOME – PROGRAM OUTCOMES MAPPING</a:t>
            </a:r>
          </a:p>
          <a:p>
            <a:pPr marL="0" indent="0">
              <a:buNone/>
            </a:pPr>
            <a:endParaRPr lang="en-IN" sz="24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EA6F0F-AB1E-B01E-8168-6C31F1BA9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7EF4E-AD32-4837-A93F-303FC1FCEA14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191D06-11CE-D3A5-225F-3ED7D2F8C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E5187-13FE-408C-BE2C-D33968423E6F}" type="slidenum">
              <a:rPr lang="en-US" smtClean="0"/>
              <a:t>29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13C86BE7-A90E-F455-8580-60B7E8DEF8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2850" y="230541"/>
            <a:ext cx="4686300" cy="138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age 50">
            <a:extLst>
              <a:ext uri="{FF2B5EF4-FFF2-40B4-BE49-F238E27FC236}">
                <a16:creationId xmlns:a16="http://schemas.microsoft.com/office/drawing/2014/main" id="{B5C10E65-D060-B4AF-07AA-10E4612F57A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53882" y="2425064"/>
            <a:ext cx="7484235" cy="3796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1502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A1C09-7AFD-7528-716C-36368F1DD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3449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  <a:endParaRPr lang="en-IN" sz="24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124E2-0F1E-AA13-CF98-A47751582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83712"/>
            <a:ext cx="10515600" cy="2492375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distributed Redis caching for better scalability  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machine learning for result ranking and personalization  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NLP for semantic search understanding  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 system on cloud for large-scale applications  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security and data handling mechanisms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EFCEE5-4157-D614-6D7B-178356B45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7EF4E-AD32-4837-A93F-303FC1FCEA14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3F81A4-88CD-2BBF-472B-A1F27A92F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E5187-13FE-408C-BE2C-D33968423E6F}" type="slidenum">
              <a:rPr lang="en-US" smtClean="0"/>
              <a:t>30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E149FB38-213E-A486-A619-61BF75429D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2850" y="230541"/>
            <a:ext cx="4686300" cy="138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650091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1CA35-BA7F-AFA1-3DA7-E6174879D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77132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24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6FFD5-BC9E-85DB-E5DF-CDDA5E46EF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47621"/>
            <a:ext cx="10515600" cy="3243263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high-performance search system was developed using Elasticsearch and Redis caching. 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significantly reduces response time by storing frequently searched queries in memory. 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achieves up to 99% improvement in performance while enhancing scalability and efficiency. 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is well-suited for real-time applications such as e-commerce and enterprise systems.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7F8B0B-3E3E-3B50-352A-B18FEFC7E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7EF4E-AD32-4837-A93F-303FC1FCEA14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0ABDDD-6A1F-D000-F9CC-91B7B9D77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E5187-13FE-408C-BE2C-D33968423E6F}" type="slidenum">
              <a:rPr lang="en-US" smtClean="0"/>
              <a:t>31</a:t>
            </a:fld>
            <a:endParaRPr lang="en-US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CB82944B-A5A4-2DA8-1457-6E1F9EBDF3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2850" y="230541"/>
            <a:ext cx="4686300" cy="138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388428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85162-8BCA-36B3-46E5-E2EDCA818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7096"/>
            <a:ext cx="10515600" cy="792162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24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556AD-65A6-156E-6C73-8301AA2E75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05142"/>
            <a:ext cx="9573491" cy="4465324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 Y. Zhu, T. Xia, T. Zhu, Z. Zhao, K. Li, and X. Hu, “RAPO: An Automated Performance Optimization Tool for Redis Clusters in Distributed Storage Metadata Management,” IEEE Access, vol. 13, pp. 58060–58071, 2025,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10.1109/ACCESS.2025.3556240</a:t>
            </a:r>
          </a:p>
          <a:p>
            <a:pPr marL="0" indent="0" algn="just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 N.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Kathare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O. V. Reddy, and V. Prabhu, “A Comprehensive Study of Elasticsearch,” Journal of Research in Science and Engineering (JRSE), vol. 4, no. 11, Nov. 2022.</a:t>
            </a:r>
          </a:p>
          <a:p>
            <a:pPr marL="0" indent="0" algn="just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 L.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Kaptosv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“Using Redis for Caching Optimization in High-Traffic Web Applications,” International Journal of Advanced Multidisciplinary Research and Studies, vol. 5, no. 4, pp. 1714–1722, 2025.</a:t>
            </a:r>
          </a:p>
          <a:p>
            <a:pPr marL="0" indent="0" algn="just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 Elasticsearch B.V., “Elasticsearch Documentation,” [Online]. Available: https://www.elastic.co</a:t>
            </a:r>
          </a:p>
          <a:p>
            <a:pPr marL="0" indent="0" algn="just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 Redis Labs, “Redis Documentation,” [Online]. Available: https://redis.io.</a:t>
            </a:r>
          </a:p>
          <a:p>
            <a:pPr marL="0" indent="0" algn="just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ReEF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Scholer, H. E. Williams, J. Yiannis, and J. Zobel, “Compression of Inverted Indexes for Fast Query Evaluation,” Proc. ACM SIGIR, 2002.</a:t>
            </a:r>
          </a:p>
          <a:p>
            <a:pPr marL="0" indent="0" algn="just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 Meta Platforms, “React – A JavaScript library for building user interfaces,” [Online]. Available: https://reactjs.org</a:t>
            </a:r>
          </a:p>
          <a:p>
            <a:pPr marL="0" indent="0" algn="just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 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PolarTech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“500,000+ US Homes Data for Sale (Properties Dataset),” Kaggle,[Online].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Available:https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://www.kaggle.com/datasets/polartech/500000-us-homes-data-for-sale-properties. Accessed: Apr. 2026.</a:t>
            </a:r>
          </a:p>
          <a:p>
            <a:pPr marL="0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73585D-552B-D3B3-8D2B-D3A4AF405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E5187-13FE-408C-BE2C-D33968423E6F}" type="slidenum">
              <a:rPr lang="en-US" smtClean="0"/>
              <a:t>32</a:t>
            </a:fld>
            <a:endParaRPr lang="en-US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9B11BCDB-E32D-081A-2283-98AA3BE29A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2850" y="230541"/>
            <a:ext cx="4686300" cy="138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941220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0B975-1B7B-0F1A-0033-FCEE1C9E0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020B1A-F635-3D10-B90B-97EA21A370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9340" y="1819275"/>
            <a:ext cx="7513320" cy="2898854"/>
          </a:xfrm>
        </p:spPr>
        <p:txBody>
          <a:bodyPr/>
          <a:lstStyle/>
          <a:p>
            <a:pPr marL="0" indent="0">
              <a:buNone/>
            </a:pPr>
            <a:endParaRPr lang="en-US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7030A0"/>
              </a:solidFill>
            </a:endParaRPr>
          </a:p>
          <a:p>
            <a:pPr marL="0" indent="0" algn="ctr">
              <a:buNone/>
            </a:pPr>
            <a:r>
              <a:rPr lang="en-US" b="1" i="1" dirty="0">
                <a:solidFill>
                  <a:schemeClr val="accent6">
                    <a:lumMod val="50000"/>
                  </a:schemeClr>
                </a:solidFill>
              </a:rPr>
              <a:t>THANK YOU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BD0818D-C844-2515-82BE-06BD96A4AB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2850" y="230541"/>
            <a:ext cx="4686300" cy="138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E53632-3885-8543-DB1A-08EA77976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E7829-6C99-44DD-9098-5B6FF83BAAB9}" type="datetime1">
              <a:rPr lang="en-US" smtClean="0"/>
              <a:t>5/3/2026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D76268-4FEA-FE13-9039-41F61FB58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E5187-13FE-408C-BE2C-D33968423E6F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311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699</TotalTime>
  <Words>1452</Words>
  <Application>Microsoft Office PowerPoint</Application>
  <PresentationFormat>Widescreen</PresentationFormat>
  <Paragraphs>285</Paragraphs>
  <Slides>33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PROBLEM STATEMENT</vt:lpstr>
      <vt:lpstr>EXISTING SYSTEM</vt:lpstr>
      <vt:lpstr>PROPOSED SYSTEM</vt:lpstr>
      <vt:lpstr>OBJECTIVES</vt:lpstr>
      <vt:lpstr>LITERATURE SURVEY</vt:lpstr>
      <vt:lpstr>METHODOLOGY ( HARDWARE REQUIREMENT)</vt:lpstr>
      <vt:lpstr>METHODOLOGY ( SOFTWARE REQUIREMENT)</vt:lpstr>
      <vt:lpstr>OVERALL DESIGN</vt:lpstr>
      <vt:lpstr>SUMMARY OF ALGORITHMS AND HIGHLIGHTS OF THE PROJECT FEATURES</vt:lpstr>
      <vt:lpstr>PROGRESS (98% COMPLETED)</vt:lpstr>
      <vt:lpstr>METHODOLOGY/APPROACH LIST OF MODULES</vt:lpstr>
      <vt:lpstr>METHODOLOGY/APPROACH ( MODULES DESCRIPTION)</vt:lpstr>
      <vt:lpstr>METHODOLOGY/APPROACH ( MODULES DESCRIPTION)</vt:lpstr>
      <vt:lpstr>METHODOLOGY/APPROACH ( MODULES DESCRIPTION)</vt:lpstr>
      <vt:lpstr>IMPLEMENTATION &amp; PROGRESS</vt:lpstr>
      <vt:lpstr>IMPLEMENTATION &amp; PROGRESS</vt:lpstr>
      <vt:lpstr>IMPLEMENTATION &amp; PROGRESS</vt:lpstr>
      <vt:lpstr>IMPLEMENTATION &amp; PROGRESS</vt:lpstr>
      <vt:lpstr>IMPLEMENTATION &amp; PROGRESS</vt:lpstr>
      <vt:lpstr>  </vt:lpstr>
      <vt:lpstr>    </vt:lpstr>
      <vt:lpstr>    </vt:lpstr>
      <vt:lpstr>    </vt:lpstr>
      <vt:lpstr>PowerPoint Presentation</vt:lpstr>
      <vt:lpstr>    </vt:lpstr>
      <vt:lpstr>FUTURE WORK</vt:lpstr>
      <vt:lpstr>CONCLUSION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Anwarsha k</cp:lastModifiedBy>
  <cp:revision>30</cp:revision>
  <dcterms:created xsi:type="dcterms:W3CDTF">2025-02-04T09:56:11Z</dcterms:created>
  <dcterms:modified xsi:type="dcterms:W3CDTF">2026-05-03T06:17:37Z</dcterms:modified>
</cp:coreProperties>
</file>